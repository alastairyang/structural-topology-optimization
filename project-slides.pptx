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1"/>
  </p:normalViewPr>
  <p:slideViewPr>
    <p:cSldViewPr snapToGrid="0">
      <p:cViewPr varScale="1">
        <p:scale>
          <a:sx n="107" d="100"/>
          <a:sy n="107" d="100"/>
        </p:scale>
        <p:origin x="5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87C5-6CF5-8F52-A918-2DB0D99D9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AACF7-6FB9-838B-FA14-852333FA0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C063A-8197-4AA3-C084-9C383C52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18603-ED58-0179-2D64-8DD5EF8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02C7D-4A07-6384-D0BF-F2E904FAE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50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2497-37C5-875C-B184-FD24EA46E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97E8-A494-9043-BD70-03960DC26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1083B-8617-13D5-A524-3E997637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C6E9F-D578-AA4A-7111-03873448C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3D94C-3B34-9938-49E1-D2A7F8A6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1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E9FA-AC5C-D49C-CF75-D5B202E0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66B28-C077-C462-39DD-DF4AAD694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FB057-1808-7EF7-9FB4-4A2E96DA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F2754-F5BA-B184-992B-9F75E58F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9071D-4AE3-4EFC-156B-01E9556E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2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C88BB-7897-4286-4C59-F94DDBE5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3FFF0-1E6A-947C-9500-067E22D9B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4E1DC-AFE1-88FF-BAF3-9CDB61D60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F5DE0-730F-9C91-0C1C-5B86A5D7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DD2D7-6F4B-3456-2941-E214ED9DF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BB6AB-75E0-F0A8-C6DC-33A3FA32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04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A13E-1C8A-437D-4847-1283A1D6E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3A741-157D-7A90-D7D6-53AED4C6D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724C9-F8FB-5850-C086-3C2AACD7E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430DB-D891-9409-D906-E2B1B5CE6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5F5C-F8EA-05AC-985C-2F5B1A96F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023A4-754F-56B8-7DE9-BE4BC17F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1DB11-7049-0059-A669-BD21ADE6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55964-D883-F561-8D61-19EC46D5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34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9E8D-F79A-62C2-89F4-0AC346AD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5852E-AF5A-1F72-6A36-4A3CD00E8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1F78C-09D0-7AED-7EF1-DAFE8598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64C67-7C14-8B72-D574-4D5E0519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95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CB74F-3B6E-D5D9-B6E6-A53B14DD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11E94-66CF-DB84-8A9A-61B1E78BB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EC4E1-F516-7CC4-5E5A-6EED3BCE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0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5536-2DC4-9B8F-8670-8238857E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CB375-E9AD-E84E-200C-7A545AAF6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3544A-0430-E4FB-4B23-F37E86419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86C14-B7FB-DF25-F3BB-5C4D000E5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3E98F-AAD4-DC77-FB2B-B5A3F222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ED350-D4A0-BE6C-AF96-7FC148D2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4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FA50-8701-3D2E-E946-36817C5D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97CE5-2FC6-8EC8-6A22-3E24A6DD0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671AC-953C-7C4C-2F2C-5B6D60CA3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F0A93-B4A9-85D0-60F1-41CD921B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92A2F-F7C4-6205-6711-7C39937E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9F08A-3F87-9515-5026-F450D0D4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3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74F33-73A6-53D2-B332-95B15ABB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48985-0505-4B49-B8A3-C2584EBB2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E97E4-B271-EC3F-B32C-1E41A132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0B508-49AE-56B7-5A71-1107A803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13A7E-BCB6-38A4-289F-B9539BAA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65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5CAFBC-85BC-4D62-D668-FF96021C6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601F8-E3F4-B9A4-6F95-C253D7ACF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CF12B-0B62-43F8-9252-19F8E11A5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30F67-CFF8-3574-AEAA-2372E5A7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1B6D3-54EB-0759-5B08-4E9D9A2A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3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E34AA-7777-D990-26B1-3B78FE240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E9D0D-32FD-7849-04BA-9D5CA4227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821E8-D131-4B6D-C4B4-01FBD16D6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E14ED-D03C-2A44-9DD4-ACA1B277FFE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02856-A4F6-BC33-F00D-4A2C907FC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F0C6C-52A9-50AC-B1AC-1BB54FEBB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CDD5E-8133-7D45-9F84-6D7FE2BA2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8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sea curtain&#10;&#10;AI-generated content may be incorrect.">
            <a:extLst>
              <a:ext uri="{FF2B5EF4-FFF2-40B4-BE49-F238E27FC236}">
                <a16:creationId xmlns:a16="http://schemas.microsoft.com/office/drawing/2014/main" id="{453F4298-ED95-2175-5008-EE10D6719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71" y="324560"/>
            <a:ext cx="4445878" cy="44479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BBF8F5-4AAE-766E-C931-C8A0F5830C11}"/>
              </a:ext>
            </a:extLst>
          </p:cNvPr>
          <p:cNvSpPr txBox="1"/>
          <p:nvPr/>
        </p:nvSpPr>
        <p:spPr>
          <a:xfrm>
            <a:off x="228282" y="4704358"/>
            <a:ext cx="2278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Siegert et al.,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D61B9-2D7A-18C2-5869-064CBFB5D45E}"/>
              </a:ext>
            </a:extLst>
          </p:cNvPr>
          <p:cNvSpPr txBox="1"/>
          <p:nvPr/>
        </p:nvSpPr>
        <p:spPr>
          <a:xfrm>
            <a:off x="5049838" y="323880"/>
            <a:ext cx="744300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Compliance minimization under frequency and mass constraint: sea curtain optimal design</a:t>
            </a:r>
          </a:p>
          <a:p>
            <a:r>
              <a:rPr lang="en-US" sz="1400" dirty="0"/>
              <a:t>Donglai Yang, Ph.D. student at Earth and Atmospheric Sciences</a:t>
            </a:r>
          </a:p>
        </p:txBody>
      </p:sp>
      <p:pic>
        <p:nvPicPr>
          <p:cNvPr id="11" name="Picture 10" descr="A graph showing a number of blue and green bars&#10;&#10;AI-generated content may be incorrect.">
            <a:extLst>
              <a:ext uri="{FF2B5EF4-FFF2-40B4-BE49-F238E27FC236}">
                <a16:creationId xmlns:a16="http://schemas.microsoft.com/office/drawing/2014/main" id="{E2EC6CFF-59C5-484C-F9C5-E69599F7BE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032"/>
          <a:stretch>
            <a:fillRect/>
          </a:stretch>
        </p:blipFill>
        <p:spPr>
          <a:xfrm flipH="1">
            <a:off x="6696925" y="2236612"/>
            <a:ext cx="1393044" cy="4621387"/>
          </a:xfrm>
          <a:prstGeom prst="rect">
            <a:avLst/>
          </a:prstGeom>
        </p:spPr>
      </p:pic>
      <p:pic>
        <p:nvPicPr>
          <p:cNvPr id="13" name="Picture 12" descr="A close-up of a heat map&#10;&#10;AI-generated content may be incorrect.">
            <a:extLst>
              <a:ext uri="{FF2B5EF4-FFF2-40B4-BE49-F238E27FC236}">
                <a16:creationId xmlns:a16="http://schemas.microsoft.com/office/drawing/2014/main" id="{17E95793-1C97-0AB1-4C5B-23ADD5F0B3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156"/>
          <a:stretch>
            <a:fillRect/>
          </a:stretch>
        </p:blipFill>
        <p:spPr>
          <a:xfrm flipH="1">
            <a:off x="5372805" y="2236612"/>
            <a:ext cx="1281462" cy="46213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4DEE9D-7E3E-9028-F25C-F67222756EF4}"/>
              </a:ext>
            </a:extLst>
          </p:cNvPr>
          <p:cNvSpPr txBox="1"/>
          <p:nvPr/>
        </p:nvSpPr>
        <p:spPr>
          <a:xfrm>
            <a:off x="228282" y="5343444"/>
            <a:ext cx="26481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Density: 2e3</a:t>
            </a:r>
          </a:p>
          <a:p>
            <a:r>
              <a:rPr lang="en-US" sz="1600" dirty="0"/>
              <a:t>E: 100e9</a:t>
            </a:r>
          </a:p>
          <a:p>
            <a:r>
              <a:rPr lang="en-US" sz="1600" dirty="0"/>
              <a:t>Width: 40 m</a:t>
            </a:r>
          </a:p>
          <a:p>
            <a:r>
              <a:rPr lang="en-US" sz="1600" dirty="0"/>
              <a:t>Height: {200 m, 100 m}</a:t>
            </a:r>
          </a:p>
          <a:p>
            <a:r>
              <a:rPr lang="en-US" sz="1600" dirty="0"/>
              <a:t>Area fraction constraint: 0.4</a:t>
            </a:r>
          </a:p>
        </p:txBody>
      </p:sp>
      <p:pic>
        <p:nvPicPr>
          <p:cNvPr id="18" name="Picture 17" descr="A screenshot of a graph&#10;&#10;AI-generated content may be incorrect.">
            <a:extLst>
              <a:ext uri="{FF2B5EF4-FFF2-40B4-BE49-F238E27FC236}">
                <a16:creationId xmlns:a16="http://schemas.microsoft.com/office/drawing/2014/main" id="{66785192-569B-8CD9-2A9E-FC00A19B0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653" y="3299200"/>
            <a:ext cx="1927214" cy="3179648"/>
          </a:xfrm>
          <a:prstGeom prst="rect">
            <a:avLst/>
          </a:prstGeom>
        </p:spPr>
      </p:pic>
      <p:pic>
        <p:nvPicPr>
          <p:cNvPr id="16" name="Picture 15" descr="A screenshot of a screen&#10;&#10;AI-generated content may be incorrect.">
            <a:extLst>
              <a:ext uri="{FF2B5EF4-FFF2-40B4-BE49-F238E27FC236}">
                <a16:creationId xmlns:a16="http://schemas.microsoft.com/office/drawing/2014/main" id="{3297F028-6592-651C-D363-56E471B87F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218" y="3299200"/>
            <a:ext cx="1902742" cy="317964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6C1317-86E2-7669-07CF-FB750CC274F9}"/>
              </a:ext>
            </a:extLst>
          </p:cNvPr>
          <p:cNvCxnSpPr/>
          <p:nvPr/>
        </p:nvCxnSpPr>
        <p:spPr>
          <a:xfrm>
            <a:off x="8089969" y="2038981"/>
            <a:ext cx="0" cy="4655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7CAAA2-2DBC-034D-D443-186A7F147175}"/>
              </a:ext>
            </a:extLst>
          </p:cNvPr>
          <p:cNvSpPr txBox="1"/>
          <p:nvPr/>
        </p:nvSpPr>
        <p:spPr>
          <a:xfrm>
            <a:off x="4935273" y="1983908"/>
            <a:ext cx="171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Compliance + mass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A6C49E-71F4-33C0-F4A3-2DE347A0B55C}"/>
              </a:ext>
            </a:extLst>
          </p:cNvPr>
          <p:cNvSpPr txBox="1"/>
          <p:nvPr/>
        </p:nvSpPr>
        <p:spPr>
          <a:xfrm>
            <a:off x="6654267" y="1781069"/>
            <a:ext cx="1718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Compliance + mass + frequency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A8136F-1FBB-D8DE-6F89-21E453C9A014}"/>
              </a:ext>
            </a:extLst>
          </p:cNvPr>
          <p:cNvSpPr txBox="1"/>
          <p:nvPr/>
        </p:nvSpPr>
        <p:spPr>
          <a:xfrm>
            <a:off x="8266526" y="2977738"/>
            <a:ext cx="171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Compliance + mass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333CE3-9C07-E7A1-B98A-2A937BF79BA2}"/>
              </a:ext>
            </a:extLst>
          </p:cNvPr>
          <p:cNvSpPr txBox="1"/>
          <p:nvPr/>
        </p:nvSpPr>
        <p:spPr>
          <a:xfrm>
            <a:off x="9985520" y="2774899"/>
            <a:ext cx="1718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Compliance + mass + frequency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677262-54D1-0442-DABA-7A95A73479AD}"/>
              </a:ext>
            </a:extLst>
          </p:cNvPr>
          <p:cNvSpPr/>
          <p:nvPr/>
        </p:nvSpPr>
        <p:spPr>
          <a:xfrm>
            <a:off x="5372805" y="1370320"/>
            <a:ext cx="2559912" cy="41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 m tall curtain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71FCFF-1D52-8D3E-6CC0-2AA2E6883004}"/>
              </a:ext>
            </a:extLst>
          </p:cNvPr>
          <p:cNvSpPr/>
          <p:nvPr/>
        </p:nvSpPr>
        <p:spPr>
          <a:xfrm>
            <a:off x="8771339" y="2137796"/>
            <a:ext cx="2559912" cy="41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 m tall curtain</a:t>
            </a:r>
          </a:p>
        </p:txBody>
      </p:sp>
      <p:pic>
        <p:nvPicPr>
          <p:cNvPr id="30" name="Picture 29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EB76BDB0-01A8-E14E-2E25-04BBBE7CDA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5941" y="3258215"/>
            <a:ext cx="2485535" cy="352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00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2996</TotalTime>
  <Words>78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Donglai</dc:creator>
  <cp:lastModifiedBy>Yang, Donglai</cp:lastModifiedBy>
  <cp:revision>4</cp:revision>
  <dcterms:created xsi:type="dcterms:W3CDTF">2025-12-01T20:54:38Z</dcterms:created>
  <dcterms:modified xsi:type="dcterms:W3CDTF">2025-12-05T02:42:03Z</dcterms:modified>
</cp:coreProperties>
</file>